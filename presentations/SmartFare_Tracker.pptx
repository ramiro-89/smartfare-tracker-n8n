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8229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6FFFF"/>
                </a:solidFill>
              </a:defRPr>
            </a:pPr>
            <a:r>
              <a:t>SmartFare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78E6FF"/>
                </a:solidFill>
              </a:defRPr>
            </a:pPr>
            <a:r>
              <a:t>n8n automation — Flight price monitoring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8F0FF"/>
                </a:solidFill>
              </a:defRPr>
            </a:pPr>
            <a:r>
              <a:t>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1148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/>
          <a:p>
            <a:pPr>
              <a:defRPr sz="1800">
                <a:solidFill>
                  <a:srgbClr val="B4DCFF"/>
                </a:solidFill>
              </a:defRPr>
            </a:pPr>
            <a:r>
              <a:t>Monitorea precios de vuelos con n8n</a:t>
            </a:r>
          </a:p>
          <a:p>
            <a:pPr>
              <a:defRPr sz="1800">
                <a:solidFill>
                  <a:srgbClr val="B4DCFF"/>
                </a:solidFill>
              </a:defRPr>
            </a:pPr>
            <a:r>
              <a:t>Registra resultados en Google Sheets</a:t>
            </a:r>
          </a:p>
          <a:p>
            <a:pPr>
              <a:defRPr sz="1800">
                <a:solidFill>
                  <a:srgbClr val="B4DCFF"/>
                </a:solidFill>
              </a:defRPr>
            </a:pPr>
            <a:r>
              <a:t>Envía alertas por Telegram para precios baratos</a:t>
            </a:r>
          </a:p>
          <a:p>
            <a:pPr>
              <a:defRPr sz="1800">
                <a:solidFill>
                  <a:srgbClr val="B4DCFF"/>
                </a:solidFill>
              </a:defRPr>
            </a:pPr>
            <a:r>
              <a:t>Tecnologías: JavaScript, OAuth2, Docker, GitHub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8F0FF"/>
                </a:solidFill>
              </a:defRPr>
            </a:pPr>
            <a:r>
              <a:t>Arquitectura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1828800" cy="1097280"/>
          </a:xfrm>
          <a:prstGeom prst="roundRect">
            <a:avLst/>
          </a:prstGeom>
          <a:solidFill>
            <a:srgbClr val="0AC8E6"/>
          </a:solidFill>
          <a:ln>
            <a:solidFill>
              <a:srgbClr val="00A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60606"/>
                </a:solidFill>
              </a:defRPr>
            </a:pPr>
            <a:r>
              <a:t>Schedule</a:t>
            </a:r>
          </a:p>
          <a:p>
            <a:r>
              <a:t>Trigger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828800"/>
            <a:ext cx="1828800" cy="1097280"/>
          </a:xfrm>
          <a:prstGeom prst="roundRect">
            <a:avLst/>
          </a:prstGeom>
          <a:solidFill>
            <a:srgbClr val="0AC8E6"/>
          </a:solidFill>
          <a:ln>
            <a:solidFill>
              <a:srgbClr val="00A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60606"/>
                </a:solidFill>
              </a:defRPr>
            </a:pPr>
            <a:r>
              <a:t>Code Node</a:t>
            </a:r>
          </a:p>
          <a:p>
            <a:r>
              <a:t>(JavaScript)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1828800" cy="1097280"/>
          </a:xfrm>
          <a:prstGeom prst="roundRect">
            <a:avLst/>
          </a:prstGeom>
          <a:solidFill>
            <a:srgbClr val="0AC8E6"/>
          </a:solidFill>
          <a:ln>
            <a:solidFill>
              <a:srgbClr val="00A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60606"/>
                </a:solidFill>
              </a:defRPr>
            </a:pPr>
            <a:r>
              <a:t>Provider</a:t>
            </a:r>
          </a:p>
          <a:p>
            <a:r>
              <a:t>(Simulated)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3657600"/>
            <a:ext cx="3108960" cy="914400"/>
          </a:xfrm>
          <a:prstGeom prst="roundRect">
            <a:avLst/>
          </a:prstGeom>
          <a:solidFill>
            <a:srgbClr val="28B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Google Sheets</a:t>
            </a:r>
          </a:p>
          <a:p>
            <a:r>
              <a:t>(append rows)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3657600"/>
            <a:ext cx="2743200" cy="914400"/>
          </a:xfrm>
          <a:prstGeom prst="roundRect">
            <a:avLst/>
          </a:prstGeom>
          <a:solidFill>
            <a:srgbClr val="28B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Telegram</a:t>
            </a:r>
          </a:p>
          <a:p>
            <a:r>
              <a:t>(alerts)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C8F0FF"/>
                </a:solidFill>
              </a:defRPr>
            </a:pPr>
            <a:r>
              <a:t>Workflow Preview</a:t>
            </a:r>
          </a:p>
        </p:txBody>
      </p:sp>
      <p:pic>
        <p:nvPicPr>
          <p:cNvPr id="3" name="Picture 2" descr="n8n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0127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8F0FF"/>
                </a:solidFill>
              </a:defRPr>
            </a:pPr>
            <a:r>
              <a:t>Detalles técnicos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1148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/>
          <a:p>
            <a:pPr>
              <a:defRPr sz="1800">
                <a:solidFill>
                  <a:srgbClr val="B4DCFF"/>
                </a:solidFill>
              </a:defRPr>
            </a:pPr>
            <a:r>
              <a:t>Ejecución programada (Schedule Trigger)</a:t>
            </a:r>
          </a:p>
          <a:p>
            <a:pPr>
              <a:defRPr sz="1800">
                <a:solidFill>
                  <a:srgbClr val="B4DCFF"/>
                </a:solidFill>
              </a:defRPr>
            </a:pPr>
            <a:r>
              <a:t>Nodo de código en JavaScript genera precios simulados</a:t>
            </a:r>
          </a:p>
          <a:p>
            <a:pPr>
              <a:defRPr sz="1800">
                <a:solidFill>
                  <a:srgbClr val="B4DCFF"/>
                </a:solidFill>
              </a:defRPr>
            </a:pPr>
            <a:r>
              <a:t>Google Sheets: append rows via OAuth2</a:t>
            </a:r>
          </a:p>
          <a:p>
            <a:pPr>
              <a:defRPr sz="1800">
                <a:solidFill>
                  <a:srgbClr val="B4DCFF"/>
                </a:solidFill>
              </a:defRPr>
            </a:pPr>
            <a:r>
              <a:t>Telegram: envíos mediante Bot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8F0FF"/>
                </a:solidFill>
              </a:defRPr>
            </a:pPr>
            <a:r>
              <a:t>Siguientes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1148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/>
          <a:p>
            <a:pPr>
              <a:defRPr sz="1800">
                <a:solidFill>
                  <a:srgbClr val="B4DCFF"/>
                </a:solidFill>
              </a:defRPr>
            </a:pPr>
            <a:r>
              <a:t>Integrar proveedor real de vuelos</a:t>
            </a:r>
          </a:p>
          <a:p>
            <a:pPr>
              <a:defRPr sz="1800">
                <a:solidFill>
                  <a:srgbClr val="B4DCFF"/>
                </a:solidFill>
              </a:defRPr>
            </a:pPr>
            <a:r>
              <a:t>Mejorar reglas de alerta</a:t>
            </a:r>
          </a:p>
          <a:p>
            <a:pPr>
              <a:defRPr sz="1800">
                <a:solidFill>
                  <a:srgbClr val="B4DCFF"/>
                </a:solidFill>
              </a:defRPr>
            </a:pPr>
            <a:r>
              <a:t>Desplegar runners y monitoreo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